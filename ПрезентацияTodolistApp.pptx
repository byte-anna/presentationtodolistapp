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8" r:id="rId3"/>
    <p:sldId id="269" r:id="rId4"/>
    <p:sldId id="266" r:id="rId5"/>
    <p:sldId id="270" r:id="rId6"/>
    <p:sldId id="267" r:id="rId7"/>
    <p:sldId id="263" r:id="rId8"/>
    <p:sldId id="262" r:id="rId9"/>
    <p:sldId id="271" r:id="rId10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DEF2"/>
    <a:srgbClr val="DABFE7"/>
    <a:srgbClr val="B884D2"/>
    <a:srgbClr val="FF6D6D"/>
    <a:srgbClr val="F870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3" autoAdjust="0"/>
    <p:restoredTop sz="67487" autoAdjust="0"/>
  </p:normalViewPr>
  <p:slideViewPr>
    <p:cSldViewPr snapToGrid="0">
      <p:cViewPr varScale="1">
        <p:scale>
          <a:sx n="74" d="100"/>
          <a:sy n="74" d="100"/>
        </p:scale>
        <p:origin x="181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95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F0897C-B0A2-4845-AE31-833AB9D70E54}" type="doc">
      <dgm:prSet loTypeId="urn:microsoft.com/office/officeart/2005/8/layout/StepDownProcess" loCatId="process" qsTypeId="urn:microsoft.com/office/officeart/2005/8/quickstyle/simple3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383149B8-62BD-4ACF-8ACE-3A377A324BAB}">
      <dgm:prSet phldrT="[Текст]"/>
      <dgm:spPr/>
      <dgm:t>
        <a:bodyPr/>
        <a:lstStyle/>
        <a:p>
          <a:r>
            <a:rPr lang="ru-RU" dirty="0"/>
            <a:t>Пользователь А: Создаёт пост</a:t>
          </a:r>
        </a:p>
      </dgm:t>
    </dgm:pt>
    <dgm:pt modelId="{3D34BA3C-40F2-482E-83DB-D867623C0322}" type="parTrans" cxnId="{61FA098D-1FC9-478E-9612-C80C295AC51E}">
      <dgm:prSet/>
      <dgm:spPr/>
      <dgm:t>
        <a:bodyPr/>
        <a:lstStyle/>
        <a:p>
          <a:endParaRPr lang="ru-RU"/>
        </a:p>
      </dgm:t>
    </dgm:pt>
    <dgm:pt modelId="{666EC41E-FB01-4237-B8D3-3F771BBA9481}" type="sibTrans" cxnId="{61FA098D-1FC9-478E-9612-C80C295AC51E}">
      <dgm:prSet/>
      <dgm:spPr/>
      <dgm:t>
        <a:bodyPr/>
        <a:lstStyle/>
        <a:p>
          <a:endParaRPr lang="ru-RU"/>
        </a:p>
      </dgm:t>
    </dgm:pt>
    <dgm:pt modelId="{EE30FCE8-401A-4235-9AAC-61A5EBC56DAB}">
      <dgm:prSet phldrT="[Текст]"/>
      <dgm:spPr/>
      <dgm:t>
        <a:bodyPr/>
        <a:lstStyle/>
        <a:p>
          <a:r>
            <a:rPr lang="ru-RU" dirty="0"/>
            <a:t>Отправка </a:t>
          </a:r>
          <a:r>
            <a:rPr lang="ru-RU"/>
            <a:t>на сервер</a:t>
          </a:r>
          <a:endParaRPr lang="ru-RU" dirty="0"/>
        </a:p>
      </dgm:t>
    </dgm:pt>
    <dgm:pt modelId="{0E7943DA-C70F-4ED8-B104-4F226E8A3290}" type="parTrans" cxnId="{B337E429-EEA6-472D-935E-EA00B0475F62}">
      <dgm:prSet/>
      <dgm:spPr/>
      <dgm:t>
        <a:bodyPr/>
        <a:lstStyle/>
        <a:p>
          <a:endParaRPr lang="ru-RU"/>
        </a:p>
      </dgm:t>
    </dgm:pt>
    <dgm:pt modelId="{839D49A7-9FB3-4996-A6BB-ED31439314CC}" type="sibTrans" cxnId="{B337E429-EEA6-472D-935E-EA00B0475F62}">
      <dgm:prSet/>
      <dgm:spPr/>
      <dgm:t>
        <a:bodyPr/>
        <a:lstStyle/>
        <a:p>
          <a:endParaRPr lang="ru-RU"/>
        </a:p>
      </dgm:t>
    </dgm:pt>
    <dgm:pt modelId="{FE40B4F5-434D-481B-8FE6-628D0F327AEE}">
      <dgm:prSet phldrT="[Текст]"/>
      <dgm:spPr/>
      <dgm:t>
        <a:bodyPr/>
        <a:lstStyle/>
        <a:p>
          <a:r>
            <a:rPr lang="ru-RU" dirty="0"/>
            <a:t>Пользователь Б: Видит пост в ленте</a:t>
          </a:r>
        </a:p>
      </dgm:t>
    </dgm:pt>
    <dgm:pt modelId="{C1C2A9D0-2BC2-4E6D-A7D4-9A9CDBE402B6}" type="parTrans" cxnId="{47C927AA-4579-417B-907F-8C03F59635B5}">
      <dgm:prSet/>
      <dgm:spPr/>
      <dgm:t>
        <a:bodyPr/>
        <a:lstStyle/>
        <a:p>
          <a:endParaRPr lang="ru-RU"/>
        </a:p>
      </dgm:t>
    </dgm:pt>
    <dgm:pt modelId="{638E3305-6C1F-47AF-A928-32C94DB03B3F}" type="sibTrans" cxnId="{47C927AA-4579-417B-907F-8C03F59635B5}">
      <dgm:prSet/>
      <dgm:spPr/>
      <dgm:t>
        <a:bodyPr/>
        <a:lstStyle/>
        <a:p>
          <a:endParaRPr lang="ru-RU"/>
        </a:p>
      </dgm:t>
    </dgm:pt>
    <dgm:pt modelId="{6AF6D6CC-49A3-4D2E-A316-87A830612476}">
      <dgm:prSet/>
      <dgm:spPr/>
      <dgm:t>
        <a:bodyPr/>
        <a:lstStyle/>
        <a:p>
          <a:r>
            <a:rPr lang="ru-RU" dirty="0"/>
            <a:t>Лайк → Обновление у всех</a:t>
          </a:r>
        </a:p>
      </dgm:t>
    </dgm:pt>
    <dgm:pt modelId="{18E37EEA-0758-4ED3-B995-06669A7D57BC}" type="parTrans" cxnId="{02946AFF-FF33-46E7-A4CA-97F6C23463C5}">
      <dgm:prSet/>
      <dgm:spPr/>
      <dgm:t>
        <a:bodyPr/>
        <a:lstStyle/>
        <a:p>
          <a:endParaRPr lang="ru-RU"/>
        </a:p>
      </dgm:t>
    </dgm:pt>
    <dgm:pt modelId="{9945AAC3-5387-4BB8-A8FF-BBEBFCF51910}" type="sibTrans" cxnId="{02946AFF-FF33-46E7-A4CA-97F6C23463C5}">
      <dgm:prSet/>
      <dgm:spPr/>
      <dgm:t>
        <a:bodyPr/>
        <a:lstStyle/>
        <a:p>
          <a:endParaRPr lang="ru-RU"/>
        </a:p>
      </dgm:t>
    </dgm:pt>
    <dgm:pt modelId="{B358F909-56D0-4022-A13B-A47E4438198A}" type="pres">
      <dgm:prSet presAssocID="{E2F0897C-B0A2-4845-AE31-833AB9D70E54}" presName="rootnode" presStyleCnt="0">
        <dgm:presLayoutVars>
          <dgm:chMax/>
          <dgm:chPref/>
          <dgm:dir/>
          <dgm:animLvl val="lvl"/>
        </dgm:presLayoutVars>
      </dgm:prSet>
      <dgm:spPr/>
    </dgm:pt>
    <dgm:pt modelId="{1DDE0ACD-2918-4A5E-8E22-7407BB958A7E}" type="pres">
      <dgm:prSet presAssocID="{383149B8-62BD-4ACF-8ACE-3A377A324BAB}" presName="composite" presStyleCnt="0"/>
      <dgm:spPr/>
    </dgm:pt>
    <dgm:pt modelId="{9B4BCCF1-0D44-47C9-8557-5A44B01E3111}" type="pres">
      <dgm:prSet presAssocID="{383149B8-62BD-4ACF-8ACE-3A377A324BAB}" presName="bentUpArrow1" presStyleLbl="alignImgPlace1" presStyleIdx="0" presStyleCnt="3"/>
      <dgm:spPr/>
    </dgm:pt>
    <dgm:pt modelId="{B381B513-0CC6-474E-9FDC-0DD40380E3A0}" type="pres">
      <dgm:prSet presAssocID="{383149B8-62BD-4ACF-8ACE-3A377A324BAB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7CA4A66B-E1F8-40F6-9858-8E8F560ADF47}" type="pres">
      <dgm:prSet presAssocID="{383149B8-62BD-4ACF-8ACE-3A377A324BAB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65A89F44-6785-4E07-BB87-9DE782CC5F27}" type="pres">
      <dgm:prSet presAssocID="{666EC41E-FB01-4237-B8D3-3F771BBA9481}" presName="sibTrans" presStyleCnt="0"/>
      <dgm:spPr/>
    </dgm:pt>
    <dgm:pt modelId="{8F4A9203-8543-4AE1-B876-A86DCCFF7A5A}" type="pres">
      <dgm:prSet presAssocID="{EE30FCE8-401A-4235-9AAC-61A5EBC56DAB}" presName="composite" presStyleCnt="0"/>
      <dgm:spPr/>
    </dgm:pt>
    <dgm:pt modelId="{5BAB789A-F461-4BA2-AB71-71715EC3AD99}" type="pres">
      <dgm:prSet presAssocID="{EE30FCE8-401A-4235-9AAC-61A5EBC56DAB}" presName="bentUpArrow1" presStyleLbl="alignImgPlace1" presStyleIdx="1" presStyleCnt="3"/>
      <dgm:spPr/>
    </dgm:pt>
    <dgm:pt modelId="{3A0D96DA-A9AF-41CE-B73D-0E3218EB1A24}" type="pres">
      <dgm:prSet presAssocID="{EE30FCE8-401A-4235-9AAC-61A5EBC56DAB}" presName="ParentText" presStyleLbl="node1" presStyleIdx="1" presStyleCnt="4">
        <dgm:presLayoutVars>
          <dgm:chMax val="1"/>
          <dgm:chPref val="1"/>
          <dgm:bulletEnabled val="1"/>
        </dgm:presLayoutVars>
      </dgm:prSet>
      <dgm:spPr/>
    </dgm:pt>
    <dgm:pt modelId="{CED07C8D-6B99-4845-ABA5-2B52288C0B15}" type="pres">
      <dgm:prSet presAssocID="{EE30FCE8-401A-4235-9AAC-61A5EBC56DAB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096BEA77-A477-47CD-81D5-2B85A50D1E0C}" type="pres">
      <dgm:prSet presAssocID="{839D49A7-9FB3-4996-A6BB-ED31439314CC}" presName="sibTrans" presStyleCnt="0"/>
      <dgm:spPr/>
    </dgm:pt>
    <dgm:pt modelId="{2043A45F-6340-4F39-8EC4-57C9125A6CA3}" type="pres">
      <dgm:prSet presAssocID="{FE40B4F5-434D-481B-8FE6-628D0F327AEE}" presName="composite" presStyleCnt="0"/>
      <dgm:spPr/>
    </dgm:pt>
    <dgm:pt modelId="{330DBB84-2394-4004-A488-8FD66EFD8667}" type="pres">
      <dgm:prSet presAssocID="{FE40B4F5-434D-481B-8FE6-628D0F327AEE}" presName="bentUpArrow1" presStyleLbl="alignImgPlace1" presStyleIdx="2" presStyleCnt="3"/>
      <dgm:spPr/>
    </dgm:pt>
    <dgm:pt modelId="{64C050DC-D685-4D84-B438-89E1432E1E7F}" type="pres">
      <dgm:prSet presAssocID="{FE40B4F5-434D-481B-8FE6-628D0F327AEE}" presName="ParentText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1EBA8360-31C6-4982-9C7D-663F2876D520}" type="pres">
      <dgm:prSet presAssocID="{FE40B4F5-434D-481B-8FE6-628D0F327AEE}" presName="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E9E9FEEA-BE48-41B9-83F6-02CA2110A2F1}" type="pres">
      <dgm:prSet presAssocID="{638E3305-6C1F-47AF-A928-32C94DB03B3F}" presName="sibTrans" presStyleCnt="0"/>
      <dgm:spPr/>
    </dgm:pt>
    <dgm:pt modelId="{D9F12B9B-F299-4174-B3B7-34C0AAC2D7BC}" type="pres">
      <dgm:prSet presAssocID="{6AF6D6CC-49A3-4D2E-A316-87A830612476}" presName="composite" presStyleCnt="0"/>
      <dgm:spPr/>
    </dgm:pt>
    <dgm:pt modelId="{6EE5C060-10E3-4898-BED7-5E117DD1F218}" type="pres">
      <dgm:prSet presAssocID="{6AF6D6CC-49A3-4D2E-A316-87A830612476}" presName="ParentText" presStyleLbl="node1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596A8F05-7FB7-417F-85E7-FCB60BC24A65}" type="presOf" srcId="{383149B8-62BD-4ACF-8ACE-3A377A324BAB}" destId="{B381B513-0CC6-474E-9FDC-0DD40380E3A0}" srcOrd="0" destOrd="0" presId="urn:microsoft.com/office/officeart/2005/8/layout/StepDownProcess"/>
    <dgm:cxn modelId="{7DA4B127-5D1E-4270-A941-FE0B5E225A5A}" type="presOf" srcId="{FE40B4F5-434D-481B-8FE6-628D0F327AEE}" destId="{64C050DC-D685-4D84-B438-89E1432E1E7F}" srcOrd="0" destOrd="0" presId="urn:microsoft.com/office/officeart/2005/8/layout/StepDownProcess"/>
    <dgm:cxn modelId="{B337E429-EEA6-472D-935E-EA00B0475F62}" srcId="{E2F0897C-B0A2-4845-AE31-833AB9D70E54}" destId="{EE30FCE8-401A-4235-9AAC-61A5EBC56DAB}" srcOrd="1" destOrd="0" parTransId="{0E7943DA-C70F-4ED8-B104-4F226E8A3290}" sibTransId="{839D49A7-9FB3-4996-A6BB-ED31439314CC}"/>
    <dgm:cxn modelId="{CE002B77-A682-4A90-A089-C36594CBC378}" type="presOf" srcId="{6AF6D6CC-49A3-4D2E-A316-87A830612476}" destId="{6EE5C060-10E3-4898-BED7-5E117DD1F218}" srcOrd="0" destOrd="0" presId="urn:microsoft.com/office/officeart/2005/8/layout/StepDownProcess"/>
    <dgm:cxn modelId="{5701EA59-DB6D-439C-9990-2BDDB8841083}" type="presOf" srcId="{E2F0897C-B0A2-4845-AE31-833AB9D70E54}" destId="{B358F909-56D0-4022-A13B-A47E4438198A}" srcOrd="0" destOrd="0" presId="urn:microsoft.com/office/officeart/2005/8/layout/StepDownProcess"/>
    <dgm:cxn modelId="{61FA098D-1FC9-478E-9612-C80C295AC51E}" srcId="{E2F0897C-B0A2-4845-AE31-833AB9D70E54}" destId="{383149B8-62BD-4ACF-8ACE-3A377A324BAB}" srcOrd="0" destOrd="0" parTransId="{3D34BA3C-40F2-482E-83DB-D867623C0322}" sibTransId="{666EC41E-FB01-4237-B8D3-3F771BBA9481}"/>
    <dgm:cxn modelId="{47C927AA-4579-417B-907F-8C03F59635B5}" srcId="{E2F0897C-B0A2-4845-AE31-833AB9D70E54}" destId="{FE40B4F5-434D-481B-8FE6-628D0F327AEE}" srcOrd="2" destOrd="0" parTransId="{C1C2A9D0-2BC2-4E6D-A7D4-9A9CDBE402B6}" sibTransId="{638E3305-6C1F-47AF-A928-32C94DB03B3F}"/>
    <dgm:cxn modelId="{794E92F9-6975-49E6-95DE-FD0F1E6E2A9E}" type="presOf" srcId="{EE30FCE8-401A-4235-9AAC-61A5EBC56DAB}" destId="{3A0D96DA-A9AF-41CE-B73D-0E3218EB1A24}" srcOrd="0" destOrd="0" presId="urn:microsoft.com/office/officeart/2005/8/layout/StepDownProcess"/>
    <dgm:cxn modelId="{02946AFF-FF33-46E7-A4CA-97F6C23463C5}" srcId="{E2F0897C-B0A2-4845-AE31-833AB9D70E54}" destId="{6AF6D6CC-49A3-4D2E-A316-87A830612476}" srcOrd="3" destOrd="0" parTransId="{18E37EEA-0758-4ED3-B995-06669A7D57BC}" sibTransId="{9945AAC3-5387-4BB8-A8FF-BBEBFCF51910}"/>
    <dgm:cxn modelId="{400D9E44-CDBC-4FCA-BBB8-A6DD6DC634EC}" type="presParOf" srcId="{B358F909-56D0-4022-A13B-A47E4438198A}" destId="{1DDE0ACD-2918-4A5E-8E22-7407BB958A7E}" srcOrd="0" destOrd="0" presId="urn:microsoft.com/office/officeart/2005/8/layout/StepDownProcess"/>
    <dgm:cxn modelId="{6913D2AC-BB72-4204-85D7-DAC20946CCFC}" type="presParOf" srcId="{1DDE0ACD-2918-4A5E-8E22-7407BB958A7E}" destId="{9B4BCCF1-0D44-47C9-8557-5A44B01E3111}" srcOrd="0" destOrd="0" presId="urn:microsoft.com/office/officeart/2005/8/layout/StepDownProcess"/>
    <dgm:cxn modelId="{8F8BF5C9-6012-4D44-A7F8-A09A7C708B50}" type="presParOf" srcId="{1DDE0ACD-2918-4A5E-8E22-7407BB958A7E}" destId="{B381B513-0CC6-474E-9FDC-0DD40380E3A0}" srcOrd="1" destOrd="0" presId="urn:microsoft.com/office/officeart/2005/8/layout/StepDownProcess"/>
    <dgm:cxn modelId="{A5FBE928-7AC1-4F83-991B-8BCC4D89EE59}" type="presParOf" srcId="{1DDE0ACD-2918-4A5E-8E22-7407BB958A7E}" destId="{7CA4A66B-E1F8-40F6-9858-8E8F560ADF47}" srcOrd="2" destOrd="0" presId="urn:microsoft.com/office/officeart/2005/8/layout/StepDownProcess"/>
    <dgm:cxn modelId="{35352A41-628A-41D5-8A6F-3A421F5A280E}" type="presParOf" srcId="{B358F909-56D0-4022-A13B-A47E4438198A}" destId="{65A89F44-6785-4E07-BB87-9DE782CC5F27}" srcOrd="1" destOrd="0" presId="urn:microsoft.com/office/officeart/2005/8/layout/StepDownProcess"/>
    <dgm:cxn modelId="{6E49E83B-FD01-41A7-9408-309E8169CCD2}" type="presParOf" srcId="{B358F909-56D0-4022-A13B-A47E4438198A}" destId="{8F4A9203-8543-4AE1-B876-A86DCCFF7A5A}" srcOrd="2" destOrd="0" presId="urn:microsoft.com/office/officeart/2005/8/layout/StepDownProcess"/>
    <dgm:cxn modelId="{5750E2A6-2531-49B4-A8D9-CB3E4B6D3924}" type="presParOf" srcId="{8F4A9203-8543-4AE1-B876-A86DCCFF7A5A}" destId="{5BAB789A-F461-4BA2-AB71-71715EC3AD99}" srcOrd="0" destOrd="0" presId="urn:microsoft.com/office/officeart/2005/8/layout/StepDownProcess"/>
    <dgm:cxn modelId="{66BF5389-CAF1-4EFC-BA0A-6F4901F63FBA}" type="presParOf" srcId="{8F4A9203-8543-4AE1-B876-A86DCCFF7A5A}" destId="{3A0D96DA-A9AF-41CE-B73D-0E3218EB1A24}" srcOrd="1" destOrd="0" presId="urn:microsoft.com/office/officeart/2005/8/layout/StepDownProcess"/>
    <dgm:cxn modelId="{E5A519DD-9107-49E6-A8EE-2A024E05A45F}" type="presParOf" srcId="{8F4A9203-8543-4AE1-B876-A86DCCFF7A5A}" destId="{CED07C8D-6B99-4845-ABA5-2B52288C0B15}" srcOrd="2" destOrd="0" presId="urn:microsoft.com/office/officeart/2005/8/layout/StepDownProcess"/>
    <dgm:cxn modelId="{F8804D49-D7C7-46BD-84AF-FE34F74F3761}" type="presParOf" srcId="{B358F909-56D0-4022-A13B-A47E4438198A}" destId="{096BEA77-A477-47CD-81D5-2B85A50D1E0C}" srcOrd="3" destOrd="0" presId="urn:microsoft.com/office/officeart/2005/8/layout/StepDownProcess"/>
    <dgm:cxn modelId="{3E0D1659-74F4-4ED6-B458-0547EFA0433F}" type="presParOf" srcId="{B358F909-56D0-4022-A13B-A47E4438198A}" destId="{2043A45F-6340-4F39-8EC4-57C9125A6CA3}" srcOrd="4" destOrd="0" presId="urn:microsoft.com/office/officeart/2005/8/layout/StepDownProcess"/>
    <dgm:cxn modelId="{3FEE145D-E99E-440B-9407-B7F45C398597}" type="presParOf" srcId="{2043A45F-6340-4F39-8EC4-57C9125A6CA3}" destId="{330DBB84-2394-4004-A488-8FD66EFD8667}" srcOrd="0" destOrd="0" presId="urn:microsoft.com/office/officeart/2005/8/layout/StepDownProcess"/>
    <dgm:cxn modelId="{04959E43-0593-4F19-9DD1-6B00FF5EE281}" type="presParOf" srcId="{2043A45F-6340-4F39-8EC4-57C9125A6CA3}" destId="{64C050DC-D685-4D84-B438-89E1432E1E7F}" srcOrd="1" destOrd="0" presId="urn:microsoft.com/office/officeart/2005/8/layout/StepDownProcess"/>
    <dgm:cxn modelId="{70F6724F-D07E-4239-9F8C-9FD7DC05F0B4}" type="presParOf" srcId="{2043A45F-6340-4F39-8EC4-57C9125A6CA3}" destId="{1EBA8360-31C6-4982-9C7D-663F2876D520}" srcOrd="2" destOrd="0" presId="urn:microsoft.com/office/officeart/2005/8/layout/StepDownProcess"/>
    <dgm:cxn modelId="{9FD31285-2E10-416F-A2BF-65DDD12C0152}" type="presParOf" srcId="{B358F909-56D0-4022-A13B-A47E4438198A}" destId="{E9E9FEEA-BE48-41B9-83F6-02CA2110A2F1}" srcOrd="5" destOrd="0" presId="urn:microsoft.com/office/officeart/2005/8/layout/StepDownProcess"/>
    <dgm:cxn modelId="{7DEE4AF6-15BD-49D4-978C-695C88D70840}" type="presParOf" srcId="{B358F909-56D0-4022-A13B-A47E4438198A}" destId="{D9F12B9B-F299-4174-B3B7-34C0AAC2D7BC}" srcOrd="6" destOrd="0" presId="urn:microsoft.com/office/officeart/2005/8/layout/StepDownProcess"/>
    <dgm:cxn modelId="{E70A4476-6FE1-43F0-928E-0D9A69BD2891}" type="presParOf" srcId="{D9F12B9B-F299-4174-B3B7-34C0AAC2D7BC}" destId="{6EE5C060-10E3-4898-BED7-5E117DD1F218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4BCCF1-0D44-47C9-8557-5A44B01E3111}">
      <dsp:nvSpPr>
        <dsp:cNvPr id="0" name=""/>
        <dsp:cNvSpPr/>
      </dsp:nvSpPr>
      <dsp:spPr>
        <a:xfrm rot="5400000">
          <a:off x="2414642" y="1142106"/>
          <a:ext cx="1003017" cy="114190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381B513-0CC6-474E-9FDC-0DD40380E3A0}">
      <dsp:nvSpPr>
        <dsp:cNvPr id="0" name=""/>
        <dsp:cNvSpPr/>
      </dsp:nvSpPr>
      <dsp:spPr>
        <a:xfrm>
          <a:off x="2148903" y="30241"/>
          <a:ext cx="1688491" cy="1181889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Пользователь А: Создаёт пост</a:t>
          </a:r>
        </a:p>
      </dsp:txBody>
      <dsp:txXfrm>
        <a:off x="2206608" y="87946"/>
        <a:ext cx="1573081" cy="1066479"/>
      </dsp:txXfrm>
    </dsp:sp>
    <dsp:sp modelId="{7CA4A66B-E1F8-40F6-9858-8E8F560ADF47}">
      <dsp:nvSpPr>
        <dsp:cNvPr id="0" name=""/>
        <dsp:cNvSpPr/>
      </dsp:nvSpPr>
      <dsp:spPr>
        <a:xfrm>
          <a:off x="3837395" y="142961"/>
          <a:ext cx="1228047" cy="955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AB789A-F461-4BA2-AB71-71715EC3AD99}">
      <dsp:nvSpPr>
        <dsp:cNvPr id="0" name=""/>
        <dsp:cNvSpPr/>
      </dsp:nvSpPr>
      <dsp:spPr>
        <a:xfrm rot="5400000">
          <a:off x="3814581" y="2469758"/>
          <a:ext cx="1003017" cy="114190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A0D96DA-A9AF-41CE-B73D-0E3218EB1A24}">
      <dsp:nvSpPr>
        <dsp:cNvPr id="0" name=""/>
        <dsp:cNvSpPr/>
      </dsp:nvSpPr>
      <dsp:spPr>
        <a:xfrm>
          <a:off x="3548842" y="1357892"/>
          <a:ext cx="1688491" cy="1181889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Отправка </a:t>
          </a:r>
          <a:r>
            <a:rPr lang="ru-RU" sz="1900" kern="1200"/>
            <a:t>на сервер</a:t>
          </a:r>
          <a:endParaRPr lang="ru-RU" sz="1900" kern="1200" dirty="0"/>
        </a:p>
      </dsp:txBody>
      <dsp:txXfrm>
        <a:off x="3606547" y="1415597"/>
        <a:ext cx="1573081" cy="1066479"/>
      </dsp:txXfrm>
    </dsp:sp>
    <dsp:sp modelId="{CED07C8D-6B99-4845-ABA5-2B52288C0B15}">
      <dsp:nvSpPr>
        <dsp:cNvPr id="0" name=""/>
        <dsp:cNvSpPr/>
      </dsp:nvSpPr>
      <dsp:spPr>
        <a:xfrm>
          <a:off x="5237334" y="1470613"/>
          <a:ext cx="1228047" cy="955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0DBB84-2394-4004-A488-8FD66EFD8667}">
      <dsp:nvSpPr>
        <dsp:cNvPr id="0" name=""/>
        <dsp:cNvSpPr/>
      </dsp:nvSpPr>
      <dsp:spPr>
        <a:xfrm rot="5400000">
          <a:off x="5214520" y="3797410"/>
          <a:ext cx="1003017" cy="114190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4C050DC-D685-4D84-B438-89E1432E1E7F}">
      <dsp:nvSpPr>
        <dsp:cNvPr id="0" name=""/>
        <dsp:cNvSpPr/>
      </dsp:nvSpPr>
      <dsp:spPr>
        <a:xfrm>
          <a:off x="4948781" y="2685544"/>
          <a:ext cx="1688491" cy="1181889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Пользователь Б: Видит пост в ленте</a:t>
          </a:r>
        </a:p>
      </dsp:txBody>
      <dsp:txXfrm>
        <a:off x="5006486" y="2743249"/>
        <a:ext cx="1573081" cy="1066479"/>
      </dsp:txXfrm>
    </dsp:sp>
    <dsp:sp modelId="{1EBA8360-31C6-4982-9C7D-663F2876D520}">
      <dsp:nvSpPr>
        <dsp:cNvPr id="0" name=""/>
        <dsp:cNvSpPr/>
      </dsp:nvSpPr>
      <dsp:spPr>
        <a:xfrm>
          <a:off x="6637273" y="2798264"/>
          <a:ext cx="1228047" cy="955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E5C060-10E3-4898-BED7-5E117DD1F218}">
      <dsp:nvSpPr>
        <dsp:cNvPr id="0" name=""/>
        <dsp:cNvSpPr/>
      </dsp:nvSpPr>
      <dsp:spPr>
        <a:xfrm>
          <a:off x="6348720" y="4013196"/>
          <a:ext cx="1688491" cy="1181889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Лайк → Обновление у всех</a:t>
          </a:r>
        </a:p>
      </dsp:txBody>
      <dsp:txXfrm>
        <a:off x="6406425" y="4070901"/>
        <a:ext cx="1573081" cy="10664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A2E547D-1406-4A6F-8F93-E441204CE6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6667F8A-B889-49B3-AC77-5DDF11A08A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8102390-0FE4-43E6-A701-C0B6E42FB3CC}" type="datetime1">
              <a:rPr lang="ru-RU" smtClean="0"/>
              <a:t>07.06.2026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67AFD4F-C0E7-421C-AF77-6F9CC963C9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074AB9F-6726-4FB1-8769-82E23336CE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D529299-61FF-4B93-ADA6-2FD5975D62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270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75F16D-08CA-4A89-AF84-2376B01481BC}" type="datetime1">
              <a:rPr lang="ru-RU" smtClean="0"/>
              <a:pPr/>
              <a:t>07.06.2026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C849E9A-41F7-4779-A581-48A7C374A227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15551888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849E9A-41F7-4779-A581-48A7C374A22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56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2102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1000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961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8123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indent="0" rtl="0">
              <a:buFont typeface="Arial" panose="020B0604020202020204" pitchFamily="34" charset="0"/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4310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3411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5805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849E9A-41F7-4779-A581-48A7C374A227}" type="slidenum">
              <a:rPr lang="ru-RU" noProof="0" smtClean="0"/>
              <a:t>9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698252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9718B7-7F68-4CC9-8291-332587FA3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181D6BB-0446-49E8-8677-EADF274E9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5AEE24-534A-40F1-99E4-00B7D5FD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56E68BC-99F5-4C75-8DB2-0F525DB73349}" type="datetime1">
              <a:rPr lang="ru-RU" noProof="0" smtClean="0"/>
              <a:t>07.06.2026</a:t>
            </a:fld>
            <a:endParaRPr lang="ru-RU" noProof="0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594011-48FF-493D-8286-F62D34552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80EFCD-7E72-4882-86DC-2F371D7D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152813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6334F3-0709-471B-A734-C4B404F5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795016-AF78-4708-9C5F-21110C197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AEA2D1-B124-4454-AFDC-EA60A14B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EBA6C93-9A3A-40AB-B173-88F67C7CD746}" type="datetime1">
              <a:rPr lang="ru-RU" noProof="0" smtClean="0"/>
              <a:t>07.06.2026</a:t>
            </a:fld>
            <a:endParaRPr lang="ru-RU" noProof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F58000-F9D7-4A53-A6C5-E5E815422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D22AAD-0D08-4F47-8D5A-EFE29017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213046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036159-1280-4EE9-96D3-A56BD5826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A27A78-1874-488A-B215-7D763D338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4BB3D1-3138-4B69-BF5D-4B1A21345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F6733D-09A8-468B-A2F5-368EB7DF471D}" type="datetime1">
              <a:rPr lang="ru-RU" noProof="0" smtClean="0"/>
              <a:t>07.06.2026</a:t>
            </a:fld>
            <a:endParaRPr lang="ru-RU" noProof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FF90C5-31F4-4A22-AC00-3FB5ED29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1F787E-B946-4091-ABC6-F9DB06BBE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089272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0CAA11-CC97-44E5-AE4D-808FD741A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3AB6CB-9460-4BCA-86C5-5F26357AB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9FAB0F6-401D-4BAF-A300-65AD684DF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561BBA-B185-4B45-B152-3D320E15F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0B0CD2-7973-467E-B4EC-52F0F9777B49}" type="datetime1">
              <a:rPr lang="ru-RU" noProof="0" smtClean="0"/>
              <a:t>07.06.2026</a:t>
            </a:fld>
            <a:endParaRPr lang="ru-RU" noProof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61CD760-96AC-4821-A56B-0B805F2F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750665-D5B5-4D0B-B2F0-CB6B027CD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13806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EA47C3-C498-415A-A057-E19BCEB5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F6677F-2712-4810-A3AA-56FA75386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71B54A-6775-4978-8E19-32694C9B5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DBA1303-B245-476D-BD02-A4E4A359F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E8E898F-5B79-46F1-89C1-F827997CC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B417A4D-2EC9-4294-BFF4-EAE22EE10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D4B1586-B019-4DAD-ABCB-545ABB43208F}" type="datetime1">
              <a:rPr lang="ru-RU" noProof="0" smtClean="0"/>
              <a:t>07.06.2026</a:t>
            </a:fld>
            <a:endParaRPr lang="ru-RU" noProof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150E317-3602-42A1-BB7F-0184072E8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0CE2C97-E26C-4A8B-93A0-B01E2C7F4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258698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9F68FC-5755-447A-8D7F-9ADED3E99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AB50287-81AA-46CA-8CB3-53A7F831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7EF6A20-57C0-4A8C-8BFF-B497C7A15619}" type="datetime1">
              <a:rPr lang="ru-RU" noProof="0" smtClean="0"/>
              <a:t>07.06.2026</a:t>
            </a:fld>
            <a:endParaRPr lang="ru-RU" noProof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F1BA4AA-02C9-459E-9362-3DA60E3B5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B2A2C8F-DBB4-4235-A67E-FB4039D9A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068395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46ACAA5-F8E7-46E9-8BA7-A510948B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8DAE915-6A3C-4DC3-B50A-20282B4A4EBD}" type="datetime1">
              <a:rPr lang="ru-RU" noProof="0" smtClean="0"/>
              <a:t>07.06.2026</a:t>
            </a:fld>
            <a:endParaRPr lang="ru-RU" noProof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1F2DEE8-5654-4DCA-A8D0-D883E52B6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B179A5-4329-4057-9DEB-5B6E3AD11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621790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91DA80-336B-4DBB-91A1-6E3E4B3C2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40D456-F0A3-4789-A310-A23F01B2E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B8A8B05-7071-44D4-80F7-3E8191C9A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D8562E-E6F1-449B-909C-98426BA86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85DDB2B-DAA3-4D05-873A-C50EDC6723C0}" type="datetime1">
              <a:rPr lang="ru-RU" noProof="0" smtClean="0"/>
              <a:t>07.06.2026</a:t>
            </a:fld>
            <a:endParaRPr lang="ru-RU" noProof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B47A9A-FB08-407B-A73A-0AC513F0F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FF841F-796A-4FE6-B5E0-C8A49867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08984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D474D-6779-4C23-BD3C-82F5DC3E3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A21096C-E430-49C7-A801-21C0BD95DC4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024828F-334F-4A50-850D-10684F245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3293F4-2B70-4BB5-A982-219E4133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4B2242-F71C-4E50-AC3D-7024FCADD523}" type="datetime1">
              <a:rPr lang="ru-RU" noProof="0" smtClean="0"/>
              <a:t>07.06.2026</a:t>
            </a:fld>
            <a:endParaRPr lang="ru-RU" noProof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4F9A86F-B378-4759-B50E-2E0BFAE62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A95BDC-FC58-4638-AA59-A3DA9931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790833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47D73-EDDA-49A6-BA12-1CA980DA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189B82E-4CA1-47A5-B133-FBD4D8A83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8A267F-D142-4D04-9F03-6CB099E6F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C3300F9-F3FF-4123-880F-938097F97806}" type="datetime1">
              <a:rPr lang="ru-RU" noProof="0" smtClean="0"/>
              <a:t>07.06.2026</a:t>
            </a:fld>
            <a:endParaRPr lang="ru-RU" noProof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5127CA-154D-4E90-B776-A2EE71F78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5F0BA5-F4EE-4282-B111-76B869BE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067408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256E92A-52E0-4710-BDEF-0A1534685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7A240E1-5EB0-47FD-AA37-BF945D136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A14243-F1E4-487A-ABEC-30516A01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FD3DBA-67C6-4609-B2F6-13844D98BBEC}" type="datetime1">
              <a:rPr lang="ru-RU" noProof="0" smtClean="0"/>
              <a:t>07.06.2026</a:t>
            </a:fld>
            <a:endParaRPr lang="ru-RU" noProof="0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358244-98FD-472D-AB8C-075F71C10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998D5A-820D-4519-967F-33320971C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4024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80BC3B-525F-4038-9330-0729879F9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629186-93D7-46FA-AE02-36D942604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BF1CEB-0530-4996-BAEF-2E6A04DAD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7BBE2DD8-BF61-4FF4-B70E-A8654E9A01EE}" type="datetime1">
              <a:rPr lang="ru-RU" noProof="0" smtClean="0"/>
              <a:t>07.06.2026</a:t>
            </a:fld>
            <a:endParaRPr lang="ru-RU" noProof="0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DCFF3D-7353-4B4D-9E75-FA835E06E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82C8D6-8B0B-4982-9EE4-AA823C69C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6AF1B4E-90EC-4A51-B6E5-B702C054ECB0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010604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6.sv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4CA36A7-D60D-16DF-E9D2-781B224F6BDC}"/>
              </a:ext>
            </a:extLst>
          </p:cNvPr>
          <p:cNvSpPr/>
          <p:nvPr/>
        </p:nvSpPr>
        <p:spPr>
          <a:xfrm>
            <a:off x="-280219" y="-235974"/>
            <a:ext cx="12845845" cy="7506929"/>
          </a:xfrm>
          <a:prstGeom prst="rect">
            <a:avLst/>
          </a:prstGeom>
          <a:solidFill>
            <a:srgbClr val="DABF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61AC0E-7195-4ACF-AA0A-5E2923A98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4573166"/>
            <a:ext cx="6900396" cy="1719936"/>
          </a:xfrm>
        </p:spPr>
        <p:txBody>
          <a:bodyPr rtlCol="0" anchor="t">
            <a:normAutofit/>
          </a:bodyPr>
          <a:lstStyle/>
          <a:p>
            <a:pPr algn="r" rtl="0"/>
            <a:r>
              <a:rPr lang="ru-RU" sz="4400" b="1" dirty="0">
                <a:solidFill>
                  <a:srgbClr val="7030A0"/>
                </a:solidFill>
                <a:latin typeface="Franklin Gothic Book" panose="020B0503020102020204" pitchFamily="34" charset="0"/>
                <a:cs typeface="Segoe UI" panose="020B0502040204020203" pitchFamily="34" charset="0"/>
              </a:rPr>
              <a:t>Клиент-серверное приложение </a:t>
            </a:r>
            <a:r>
              <a:rPr lang="en-US" sz="4400" b="1" dirty="0">
                <a:solidFill>
                  <a:srgbClr val="7030A0"/>
                </a:solidFill>
                <a:latin typeface="Franklin Gothic Book" panose="020B0503020102020204" pitchFamily="34" charset="0"/>
                <a:cs typeface="Segoe UI" panose="020B0502040204020203" pitchFamily="34" charset="0"/>
              </a:rPr>
              <a:t>TodolistApp</a:t>
            </a:r>
            <a:endParaRPr lang="ru-RU" sz="4400" b="1" dirty="0">
              <a:solidFill>
                <a:srgbClr val="7030A0"/>
              </a:solidFill>
              <a:latin typeface="Franklin Gothic Book" panose="020B050302010202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14253EE-4FA2-4843-BE27-C7D5B08FF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07065" y="5921360"/>
            <a:ext cx="5609219" cy="576738"/>
          </a:xfrm>
        </p:spPr>
        <p:txBody>
          <a:bodyPr rtlCol="0" anchor="b">
            <a:normAutofit fontScale="77500" lnSpcReduction="20000"/>
          </a:bodyPr>
          <a:lstStyle/>
          <a:p>
            <a:pPr algn="r" rtl="0"/>
            <a:r>
              <a:rPr lang="ru-RU" sz="2000" dirty="0">
                <a:solidFill>
                  <a:srgbClr val="7030A0"/>
                </a:solidFill>
                <a:latin typeface="Franklin Gothic Book" panose="020B0503020102020204" pitchFamily="34" charset="0"/>
              </a:rPr>
              <a:t>Кокшаровой А.А.</a:t>
            </a:r>
          </a:p>
          <a:p>
            <a:pPr algn="r" rtl="0"/>
            <a:r>
              <a:rPr lang="ru-RU" sz="2000" dirty="0">
                <a:solidFill>
                  <a:srgbClr val="7030A0"/>
                </a:solidFill>
                <a:latin typeface="Franklin Gothic Book" panose="020B0503020102020204" pitchFamily="34" charset="0"/>
              </a:rPr>
              <a:t>ИКБО-62-23</a:t>
            </a:r>
          </a:p>
        </p:txBody>
      </p:sp>
      <p:sp>
        <p:nvSpPr>
          <p:cNvPr id="29" name="Полилиния: Фигура 28">
            <a:extLst>
              <a:ext uri="{FF2B5EF4-FFF2-40B4-BE49-F238E27FC236}">
                <a16:creationId xmlns:a16="http://schemas.microsoft.com/office/drawing/2014/main" id="{F6E384F5-137A-40B1-97F0-694CC6ECD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22218"/>
            <a:ext cx="3730752" cy="4735782"/>
          </a:xfrm>
          <a:custGeom>
            <a:avLst/>
            <a:gdLst>
              <a:gd name="connsiteX0" fmla="*/ 640080 w 3730752"/>
              <a:gd name="connsiteY0" fmla="*/ 0 h 4735782"/>
              <a:gd name="connsiteX1" fmla="*/ 3730752 w 3730752"/>
              <a:gd name="connsiteY1" fmla="*/ 3090672 h 4735782"/>
              <a:gd name="connsiteX2" fmla="*/ 3357725 w 3730752"/>
              <a:gd name="connsiteY2" fmla="*/ 4563870 h 4735782"/>
              <a:gd name="connsiteX3" fmla="*/ 3253285 w 3730752"/>
              <a:gd name="connsiteY3" fmla="*/ 4735782 h 4735782"/>
              <a:gd name="connsiteX4" fmla="*/ 0 w 3730752"/>
              <a:gd name="connsiteY4" fmla="*/ 4735782 h 4735782"/>
              <a:gd name="connsiteX5" fmla="*/ 0 w 3730752"/>
              <a:gd name="connsiteY5" fmla="*/ 67215 h 4735782"/>
              <a:gd name="connsiteX6" fmla="*/ 17202 w 3730752"/>
              <a:gd name="connsiteY6" fmla="*/ 62792 h 4735782"/>
              <a:gd name="connsiteX7" fmla="*/ 640080 w 3730752"/>
              <a:gd name="connsiteY7" fmla="*/ 0 h 473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752" h="4735782">
                <a:moveTo>
                  <a:pt x="640080" y="0"/>
                </a:moveTo>
                <a:cubicBezTo>
                  <a:pt x="2347011" y="0"/>
                  <a:pt x="3730752" y="1383741"/>
                  <a:pt x="3730752" y="3090672"/>
                </a:cubicBezTo>
                <a:cubicBezTo>
                  <a:pt x="3730752" y="3624088"/>
                  <a:pt x="3595621" y="4125943"/>
                  <a:pt x="3357725" y="4563870"/>
                </a:cubicBezTo>
                <a:lnTo>
                  <a:pt x="3253285" y="4735782"/>
                </a:lnTo>
                <a:lnTo>
                  <a:pt x="0" y="4735782"/>
                </a:lnTo>
                <a:lnTo>
                  <a:pt x="0" y="67215"/>
                </a:lnTo>
                <a:lnTo>
                  <a:pt x="17202" y="62792"/>
                </a:lnTo>
                <a:cubicBezTo>
                  <a:pt x="218397" y="21621"/>
                  <a:pt x="426714" y="0"/>
                  <a:pt x="64008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Полилиния: Фигура 30">
            <a:extLst>
              <a:ext uri="{FF2B5EF4-FFF2-40B4-BE49-F238E27FC236}">
                <a16:creationId xmlns:a16="http://schemas.microsoft.com/office/drawing/2014/main" id="{EBA87361-6D30-46E4-834B-719CF5905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8332"/>
            <a:ext cx="3564638" cy="4569668"/>
          </a:xfrm>
          <a:custGeom>
            <a:avLst/>
            <a:gdLst>
              <a:gd name="connsiteX0" fmla="*/ 640080 w 3564638"/>
              <a:gd name="connsiteY0" fmla="*/ 0 h 4569668"/>
              <a:gd name="connsiteX1" fmla="*/ 3564638 w 3564638"/>
              <a:gd name="connsiteY1" fmla="*/ 2924558 h 4569668"/>
              <a:gd name="connsiteX2" fmla="*/ 3065170 w 3564638"/>
              <a:gd name="connsiteY2" fmla="*/ 4559707 h 4569668"/>
              <a:gd name="connsiteX3" fmla="*/ 3057720 w 3564638"/>
              <a:gd name="connsiteY3" fmla="*/ 4569668 h 4569668"/>
              <a:gd name="connsiteX4" fmla="*/ 0 w 3564638"/>
              <a:gd name="connsiteY4" fmla="*/ 4569668 h 4569668"/>
              <a:gd name="connsiteX5" fmla="*/ 0 w 3564638"/>
              <a:gd name="connsiteY5" fmla="*/ 72448 h 4569668"/>
              <a:gd name="connsiteX6" fmla="*/ 50679 w 3564638"/>
              <a:gd name="connsiteY6" fmla="*/ 59417 h 4569668"/>
              <a:gd name="connsiteX7" fmla="*/ 640080 w 3564638"/>
              <a:gd name="connsiteY7" fmla="*/ 0 h 456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Полилиния: фигура 32">
            <a:extLst>
              <a:ext uri="{FF2B5EF4-FFF2-40B4-BE49-F238E27FC236}">
                <a16:creationId xmlns:a16="http://schemas.microsoft.com/office/drawing/2014/main" id="{9DBC4630-03DA-474F-BBCB-BA3AE6B31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982" y="-4332"/>
            <a:ext cx="4242816" cy="2454158"/>
          </a:xfrm>
          <a:custGeom>
            <a:avLst/>
            <a:gdLst>
              <a:gd name="connsiteX0" fmla="*/ 28633 w 4242816"/>
              <a:gd name="connsiteY0" fmla="*/ 0 h 2454158"/>
              <a:gd name="connsiteX1" fmla="*/ 4214183 w 4242816"/>
              <a:gd name="connsiteY1" fmla="*/ 0 h 2454158"/>
              <a:gd name="connsiteX2" fmla="*/ 4231864 w 4242816"/>
              <a:gd name="connsiteY2" fmla="*/ 115848 h 2454158"/>
              <a:gd name="connsiteX3" fmla="*/ 4242816 w 4242816"/>
              <a:gd name="connsiteY3" fmla="*/ 332750 h 2454158"/>
              <a:gd name="connsiteX4" fmla="*/ 2121408 w 4242816"/>
              <a:gd name="connsiteY4" fmla="*/ 2454158 h 2454158"/>
              <a:gd name="connsiteX5" fmla="*/ 0 w 4242816"/>
              <a:gd name="connsiteY5" fmla="*/ 332750 h 2454158"/>
              <a:gd name="connsiteX6" fmla="*/ 10953 w 4242816"/>
              <a:gd name="connsiteY6" fmla="*/ 115848 h 245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2816" h="2454158">
                <a:moveTo>
                  <a:pt x="28633" y="0"/>
                </a:moveTo>
                <a:lnTo>
                  <a:pt x="4214183" y="0"/>
                </a:lnTo>
                <a:lnTo>
                  <a:pt x="4231864" y="115848"/>
                </a:lnTo>
                <a:cubicBezTo>
                  <a:pt x="4239106" y="187164"/>
                  <a:pt x="4242816" y="259524"/>
                  <a:pt x="4242816" y="332750"/>
                </a:cubicBezTo>
                <a:cubicBezTo>
                  <a:pt x="4242816" y="1504371"/>
                  <a:pt x="3293029" y="2454158"/>
                  <a:pt x="2121408" y="2454158"/>
                </a:cubicBezTo>
                <a:cubicBezTo>
                  <a:pt x="949787" y="2454158"/>
                  <a:pt x="0" y="1504371"/>
                  <a:pt x="0" y="332750"/>
                </a:cubicBezTo>
                <a:cubicBezTo>
                  <a:pt x="0" y="259524"/>
                  <a:pt x="3710" y="187164"/>
                  <a:pt x="10953" y="1158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Полилиния: Фигура 34">
            <a:extLst>
              <a:ext uri="{FF2B5EF4-FFF2-40B4-BE49-F238E27FC236}">
                <a16:creationId xmlns:a16="http://schemas.microsoft.com/office/drawing/2014/main" id="{D89DB1C0-FEEC-4CB6-88B2-F9C5562E0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574" y="0"/>
            <a:ext cx="3913632" cy="2285234"/>
          </a:xfrm>
          <a:custGeom>
            <a:avLst/>
            <a:gdLst>
              <a:gd name="connsiteX0" fmla="*/ 29691 w 3913632"/>
              <a:gd name="connsiteY0" fmla="*/ 0 h 2285234"/>
              <a:gd name="connsiteX1" fmla="*/ 3883942 w 3913632"/>
              <a:gd name="connsiteY1" fmla="*/ 0 h 2285234"/>
              <a:gd name="connsiteX2" fmla="*/ 3903529 w 3913632"/>
              <a:gd name="connsiteY2" fmla="*/ 128345 h 2285234"/>
              <a:gd name="connsiteX3" fmla="*/ 3913632 w 3913632"/>
              <a:gd name="connsiteY3" fmla="*/ 328418 h 2285234"/>
              <a:gd name="connsiteX4" fmla="*/ 1956816 w 3913632"/>
              <a:gd name="connsiteY4" fmla="*/ 2285234 h 2285234"/>
              <a:gd name="connsiteX5" fmla="*/ 0 w 3913632"/>
              <a:gd name="connsiteY5" fmla="*/ 328418 h 2285234"/>
              <a:gd name="connsiteX6" fmla="*/ 10103 w 3913632"/>
              <a:gd name="connsiteY6" fmla="*/ 128345 h 2285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3632" h="2285234">
                <a:moveTo>
                  <a:pt x="29691" y="0"/>
                </a:moveTo>
                <a:lnTo>
                  <a:pt x="3883942" y="0"/>
                </a:lnTo>
                <a:lnTo>
                  <a:pt x="3903529" y="128345"/>
                </a:lnTo>
                <a:cubicBezTo>
                  <a:pt x="3910210" y="194127"/>
                  <a:pt x="3913632" y="260873"/>
                  <a:pt x="3913632" y="328418"/>
                </a:cubicBezTo>
                <a:cubicBezTo>
                  <a:pt x="3913632" y="1409138"/>
                  <a:pt x="3037536" y="2285234"/>
                  <a:pt x="1956816" y="2285234"/>
                </a:cubicBezTo>
                <a:cubicBezTo>
                  <a:pt x="876096" y="2285234"/>
                  <a:pt x="0" y="1409138"/>
                  <a:pt x="0" y="328418"/>
                </a:cubicBezTo>
                <a:cubicBezTo>
                  <a:pt x="0" y="260873"/>
                  <a:pt x="3422" y="194127"/>
                  <a:pt x="10103" y="12834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Графический объект 8" descr="Открытая книга">
            <a:extLst>
              <a:ext uri="{FF2B5EF4-FFF2-40B4-BE49-F238E27FC236}">
                <a16:creationId xmlns:a16="http://schemas.microsoft.com/office/drawing/2014/main" id="{93E427C7-0218-4592-82DA-2431E4BF87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85250" y="164573"/>
            <a:ext cx="1636279" cy="1636279"/>
          </a:xfrm>
          <a:prstGeom prst="rect">
            <a:avLst/>
          </a:prstGeom>
        </p:spPr>
      </p:pic>
      <p:sp>
        <p:nvSpPr>
          <p:cNvPr id="37" name="Овал 36">
            <a:extLst>
              <a:ext uri="{FF2B5EF4-FFF2-40B4-BE49-F238E27FC236}">
                <a16:creationId xmlns:a16="http://schemas.microsoft.com/office/drawing/2014/main" id="{78418A25-6EAC-4140-BFE6-284E1925B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117" y="615908"/>
            <a:ext cx="3182112" cy="3182112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08163D1C-ED91-4D5F-A33B-CF1256B27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7709" y="780500"/>
            <a:ext cx="2852928" cy="28529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Графический объект 4" descr="Чат">
            <a:extLst>
              <a:ext uri="{FF2B5EF4-FFF2-40B4-BE49-F238E27FC236}">
                <a16:creationId xmlns:a16="http://schemas.microsoft.com/office/drawing/2014/main" id="{EB71843F-0A0B-4317-B205-4B0A0B97C0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0302" y="1293093"/>
            <a:ext cx="1827742" cy="1827742"/>
          </a:xfrm>
          <a:prstGeom prst="rect">
            <a:avLst/>
          </a:prstGeom>
        </p:spPr>
      </p:pic>
      <p:pic>
        <p:nvPicPr>
          <p:cNvPr id="7" name="Графический объект 6" descr="Классная доска">
            <a:extLst>
              <a:ext uri="{FF2B5EF4-FFF2-40B4-BE49-F238E27FC236}">
                <a16:creationId xmlns:a16="http://schemas.microsoft.com/office/drawing/2014/main" id="{2696A1A4-8E43-47F6-A6DC-A9ADAB053D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924" y="3621724"/>
            <a:ext cx="2594886" cy="2594886"/>
          </a:xfrm>
          <a:prstGeom prst="rect">
            <a:avLst/>
          </a:prstGeom>
        </p:spPr>
      </p:pic>
      <p:sp>
        <p:nvSpPr>
          <p:cNvPr id="41" name="Полилиния: Фигура 40">
            <a:extLst>
              <a:ext uri="{FF2B5EF4-FFF2-40B4-BE49-F238E27FC236}">
                <a16:creationId xmlns:a16="http://schemas.microsoft.com/office/drawing/2014/main" id="{31103AB2-C090-458F-B752-294F23AFA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2568" y="-4331"/>
            <a:ext cx="3439432" cy="3785157"/>
          </a:xfrm>
          <a:custGeom>
            <a:avLst/>
            <a:gdLst>
              <a:gd name="connsiteX0" fmla="*/ 198262 w 3439432"/>
              <a:gd name="connsiteY0" fmla="*/ 0 h 3785157"/>
              <a:gd name="connsiteX1" fmla="*/ 3439432 w 3439432"/>
              <a:gd name="connsiteY1" fmla="*/ 0 h 3785157"/>
              <a:gd name="connsiteX2" fmla="*/ 3439432 w 3439432"/>
              <a:gd name="connsiteY2" fmla="*/ 3697836 h 3785157"/>
              <a:gd name="connsiteX3" fmla="*/ 3318024 w 3439432"/>
              <a:gd name="connsiteY3" fmla="*/ 3729054 h 3785157"/>
              <a:gd name="connsiteX4" fmla="*/ 2761488 w 3439432"/>
              <a:gd name="connsiteY4" fmla="*/ 3785157 h 3785157"/>
              <a:gd name="connsiteX5" fmla="*/ 0 w 3439432"/>
              <a:gd name="connsiteY5" fmla="*/ 1023669 h 3785157"/>
              <a:gd name="connsiteX6" fmla="*/ 124151 w 3439432"/>
              <a:gd name="connsiteY6" fmla="*/ 202487 h 3785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9432" h="3785157">
                <a:moveTo>
                  <a:pt x="198262" y="0"/>
                </a:moveTo>
                <a:lnTo>
                  <a:pt x="3439432" y="0"/>
                </a:lnTo>
                <a:lnTo>
                  <a:pt x="3439432" y="3697836"/>
                </a:lnTo>
                <a:lnTo>
                  <a:pt x="3318024" y="3729054"/>
                </a:lnTo>
                <a:cubicBezTo>
                  <a:pt x="3138258" y="3765839"/>
                  <a:pt x="2952129" y="3785157"/>
                  <a:pt x="2761488" y="3785157"/>
                </a:cubicBezTo>
                <a:cubicBezTo>
                  <a:pt x="1236360" y="3785157"/>
                  <a:pt x="0" y="2548797"/>
                  <a:pt x="0" y="1023669"/>
                </a:cubicBezTo>
                <a:cubicBezTo>
                  <a:pt x="0" y="737708"/>
                  <a:pt x="43466" y="461898"/>
                  <a:pt x="124151" y="20248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Полилиния: Фигура 42">
            <a:extLst>
              <a:ext uri="{FF2B5EF4-FFF2-40B4-BE49-F238E27FC236}">
                <a16:creationId xmlns:a16="http://schemas.microsoft.com/office/drawing/2014/main" id="{83D471F3-782A-4BA1-9CAB-FF5CDF0A7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8761" y="-4332"/>
            <a:ext cx="3273238" cy="3618965"/>
          </a:xfrm>
          <a:custGeom>
            <a:avLst/>
            <a:gdLst>
              <a:gd name="connsiteX0" fmla="*/ 210437 w 3273238"/>
              <a:gd name="connsiteY0" fmla="*/ 0 h 3618965"/>
              <a:gd name="connsiteX1" fmla="*/ 3273238 w 3273238"/>
              <a:gd name="connsiteY1" fmla="*/ 0 h 3618965"/>
              <a:gd name="connsiteX2" fmla="*/ 3273238 w 3273238"/>
              <a:gd name="connsiteY2" fmla="*/ 3526409 h 3618965"/>
              <a:gd name="connsiteX3" fmla="*/ 3118338 w 3273238"/>
              <a:gd name="connsiteY3" fmla="*/ 3566238 h 3618965"/>
              <a:gd name="connsiteX4" fmla="*/ 2595295 w 3273238"/>
              <a:gd name="connsiteY4" fmla="*/ 3618965 h 3618965"/>
              <a:gd name="connsiteX5" fmla="*/ 0 w 3273238"/>
              <a:gd name="connsiteY5" fmla="*/ 1023670 h 3618965"/>
              <a:gd name="connsiteX6" fmla="*/ 203951 w 3273238"/>
              <a:gd name="connsiteY6" fmla="*/ 13464 h 3618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73238" h="3618965">
                <a:moveTo>
                  <a:pt x="210437" y="0"/>
                </a:moveTo>
                <a:lnTo>
                  <a:pt x="3273238" y="0"/>
                </a:lnTo>
                <a:lnTo>
                  <a:pt x="3273238" y="3526409"/>
                </a:lnTo>
                <a:lnTo>
                  <a:pt x="3118338" y="3566238"/>
                </a:lnTo>
                <a:cubicBezTo>
                  <a:pt x="2949390" y="3600810"/>
                  <a:pt x="2774463" y="3618965"/>
                  <a:pt x="2595295" y="3618965"/>
                </a:cubicBezTo>
                <a:cubicBezTo>
                  <a:pt x="1161953" y="3618965"/>
                  <a:pt x="0" y="2457012"/>
                  <a:pt x="0" y="1023670"/>
                </a:cubicBezTo>
                <a:cubicBezTo>
                  <a:pt x="0" y="665335"/>
                  <a:pt x="72622" y="323961"/>
                  <a:pt x="203951" y="1346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Графический объект 10" descr="Книги на полке">
            <a:extLst>
              <a:ext uri="{FF2B5EF4-FFF2-40B4-BE49-F238E27FC236}">
                <a16:creationId xmlns:a16="http://schemas.microsoft.com/office/drawing/2014/main" id="{18A239E6-97C0-4A74-8E7A-C9FD39A8C9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25024" y="327889"/>
            <a:ext cx="2260711" cy="226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98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вал 9">
            <a:extLst>
              <a:ext uri="{FF2B5EF4-FFF2-40B4-BE49-F238E27FC236}">
                <a16:creationId xmlns:a16="http://schemas.microsoft.com/office/drawing/2014/main" id="{701B34B7-AEE4-6583-E336-568554F90A8C}"/>
              </a:ext>
            </a:extLst>
          </p:cNvPr>
          <p:cNvSpPr/>
          <p:nvPr/>
        </p:nvSpPr>
        <p:spPr>
          <a:xfrm>
            <a:off x="-3094072" y="-54389"/>
            <a:ext cx="7798808" cy="6966778"/>
          </a:xfrm>
          <a:prstGeom prst="ellipse">
            <a:avLst/>
          </a:prstGeom>
          <a:solidFill>
            <a:srgbClr val="DABFE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C824B-4279-4D47-92DD-71F5353FA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308" y="169573"/>
            <a:ext cx="10515600" cy="1325563"/>
          </a:xfrm>
        </p:spPr>
        <p:txBody>
          <a:bodyPr rtlCol="0">
            <a:normAutofit/>
          </a:bodyPr>
          <a:lstStyle/>
          <a:p>
            <a:pPr rtl="0"/>
            <a:r>
              <a:rPr lang="ru-RU" b="1" dirty="0">
                <a:solidFill>
                  <a:srgbClr val="7030A0"/>
                </a:solidFill>
                <a:latin typeface="Franklin Gothic Book" panose="020B0503020102020204" pitchFamily="34" charset="0"/>
                <a:cs typeface="Dreaming Outloud Pro" panose="03050502040302030504" pitchFamily="66" charset="0"/>
              </a:rPr>
              <a:t>Цель проекта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E53096-24B6-5CEF-E02A-4597308F920D}"/>
              </a:ext>
            </a:extLst>
          </p:cNvPr>
          <p:cNvSpPr txBox="1"/>
          <p:nvPr/>
        </p:nvSpPr>
        <p:spPr>
          <a:xfrm>
            <a:off x="283308" y="2365291"/>
            <a:ext cx="827384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Calibri" panose="020F0502020204030204" pitchFamily="34" charset="0"/>
              <a:buChar char="―"/>
            </a:pPr>
            <a:r>
              <a:rPr lang="ru-RU" sz="3200" dirty="0">
                <a:solidFill>
                  <a:srgbClr val="7030A0"/>
                </a:solidFill>
              </a:rPr>
              <a:t>Разработать приложение для управления задачами</a:t>
            </a:r>
          </a:p>
          <a:p>
            <a:pPr marL="571500" indent="-571500">
              <a:buFont typeface="Calibri" panose="020F0502020204030204" pitchFamily="34" charset="0"/>
              <a:buChar char="―"/>
            </a:pPr>
            <a:r>
              <a:rPr lang="ru-RU" sz="3200" dirty="0">
                <a:solidFill>
                  <a:srgbClr val="7030A0"/>
                </a:solidFill>
              </a:rPr>
              <a:t>Реализовать клиент-серверную архитектуру</a:t>
            </a:r>
          </a:p>
          <a:p>
            <a:pPr marL="571500" indent="-571500">
              <a:buFont typeface="Calibri" panose="020F0502020204030204" pitchFamily="34" charset="0"/>
              <a:buChar char="―"/>
            </a:pPr>
            <a:r>
              <a:rPr lang="ru-RU" sz="3200" dirty="0">
                <a:solidFill>
                  <a:srgbClr val="7030A0"/>
                </a:solidFill>
              </a:rPr>
              <a:t>Добавить социальное взаимодействие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AC99E9B-297D-DCC2-B636-CBD15E7318CF}"/>
              </a:ext>
            </a:extLst>
          </p:cNvPr>
          <p:cNvSpPr/>
          <p:nvPr/>
        </p:nvSpPr>
        <p:spPr>
          <a:xfrm>
            <a:off x="9239230" y="2196304"/>
            <a:ext cx="2017159" cy="59715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Создаешь задачу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8FD082FC-B7E2-A630-8E83-4183D47E3A81}"/>
              </a:ext>
            </a:extLst>
          </p:cNvPr>
          <p:cNvSpPr/>
          <p:nvPr/>
        </p:nvSpPr>
        <p:spPr>
          <a:xfrm>
            <a:off x="9239229" y="3168810"/>
            <a:ext cx="2017159" cy="59715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Выполняешь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6C0CE302-FB00-F5E8-37B8-FC54DC1839B0}"/>
              </a:ext>
            </a:extLst>
          </p:cNvPr>
          <p:cNvSpPr/>
          <p:nvPr/>
        </p:nvSpPr>
        <p:spPr>
          <a:xfrm>
            <a:off x="9239228" y="4168556"/>
            <a:ext cx="2017159" cy="59715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Публикуешь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73EB491-CA69-43BB-DF97-935EB20CCB70}"/>
              </a:ext>
            </a:extLst>
          </p:cNvPr>
          <p:cNvSpPr/>
          <p:nvPr/>
        </p:nvSpPr>
        <p:spPr>
          <a:xfrm>
            <a:off x="9239227" y="5168302"/>
            <a:ext cx="2017159" cy="59715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Другие видят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21A2DBBC-077F-A05C-D6D4-8A1E7C7B49C4}"/>
              </a:ext>
            </a:extLst>
          </p:cNvPr>
          <p:cNvSpPr/>
          <p:nvPr/>
        </p:nvSpPr>
        <p:spPr>
          <a:xfrm>
            <a:off x="9239227" y="6140807"/>
            <a:ext cx="2017159" cy="59715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Ставят лайки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915E1880-17A2-742D-3CD6-D1611DD47749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 flipH="1">
            <a:off x="10247809" y="2793458"/>
            <a:ext cx="1" cy="375352"/>
          </a:xfrm>
          <a:prstGeom prst="straightConnector1">
            <a:avLst/>
          </a:prstGeom>
          <a:ln w="317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8E6863C6-73EE-E650-9323-497E2C071839}"/>
              </a:ext>
            </a:extLst>
          </p:cNvPr>
          <p:cNvCxnSpPr/>
          <p:nvPr/>
        </p:nvCxnSpPr>
        <p:spPr>
          <a:xfrm flipH="1">
            <a:off x="10245482" y="3820444"/>
            <a:ext cx="1" cy="375352"/>
          </a:xfrm>
          <a:prstGeom prst="straightConnector1">
            <a:avLst/>
          </a:prstGeom>
          <a:ln w="317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E4E7ACB9-9925-1884-3F82-CAEF311A43A8}"/>
              </a:ext>
            </a:extLst>
          </p:cNvPr>
          <p:cNvCxnSpPr/>
          <p:nvPr/>
        </p:nvCxnSpPr>
        <p:spPr>
          <a:xfrm flipH="1">
            <a:off x="10258453" y="5765456"/>
            <a:ext cx="1" cy="375352"/>
          </a:xfrm>
          <a:prstGeom prst="straightConnector1">
            <a:avLst/>
          </a:prstGeom>
          <a:ln w="317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5B8E7229-0C5F-6A70-C9C1-09A56D59E6C4}"/>
              </a:ext>
            </a:extLst>
          </p:cNvPr>
          <p:cNvCxnSpPr/>
          <p:nvPr/>
        </p:nvCxnSpPr>
        <p:spPr>
          <a:xfrm flipH="1">
            <a:off x="10245482" y="4779330"/>
            <a:ext cx="1" cy="375352"/>
          </a:xfrm>
          <a:prstGeom prst="straightConnector1">
            <a:avLst/>
          </a:prstGeom>
          <a:ln w="317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91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BCD21C91-B02C-9511-E13D-043BBF59F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7030A0"/>
                </a:solidFill>
                <a:latin typeface="Franklin Gothic Book" panose="020B0503020102020204" pitchFamily="34" charset="0"/>
                <a:cs typeface="Dreaming Outloud Pro" panose="03050502040302030504" pitchFamily="66" charset="0"/>
              </a:rPr>
              <a:t>Архитектура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D6BB65FE-238C-84FA-90BD-FE0A8B9C2D24}"/>
              </a:ext>
            </a:extLst>
          </p:cNvPr>
          <p:cNvSpPr/>
          <p:nvPr/>
        </p:nvSpPr>
        <p:spPr>
          <a:xfrm>
            <a:off x="3551903" y="1690688"/>
            <a:ext cx="5088193" cy="958645"/>
          </a:xfrm>
          <a:prstGeom prst="roundRect">
            <a:avLst/>
          </a:prstGeom>
          <a:solidFill>
            <a:srgbClr val="DABF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Android App (Compose)</a:t>
            </a:r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1276C5B-0747-8EC8-DE08-A2985577699B}"/>
              </a:ext>
            </a:extLst>
          </p:cNvPr>
          <p:cNvSpPr/>
          <p:nvPr/>
        </p:nvSpPr>
        <p:spPr>
          <a:xfrm>
            <a:off x="3551902" y="3429000"/>
            <a:ext cx="5088193" cy="958645"/>
          </a:xfrm>
          <a:prstGeom prst="roundRect">
            <a:avLst/>
          </a:prstGeom>
          <a:solidFill>
            <a:srgbClr val="DABF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Ktor</a:t>
            </a:r>
            <a:r>
              <a:rPr lang="en-US" dirty="0"/>
              <a:t> </a:t>
            </a:r>
            <a:r>
              <a:rPr lang="en-US" sz="3200" dirty="0">
                <a:solidFill>
                  <a:schemeClr val="tx1"/>
                </a:solidFill>
              </a:rPr>
              <a:t>Server</a:t>
            </a:r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9723601A-ED8A-0352-F95B-DEFAC4FED5E4}"/>
              </a:ext>
            </a:extLst>
          </p:cNvPr>
          <p:cNvSpPr/>
          <p:nvPr/>
        </p:nvSpPr>
        <p:spPr>
          <a:xfrm>
            <a:off x="3551901" y="5167312"/>
            <a:ext cx="5088193" cy="958645"/>
          </a:xfrm>
          <a:prstGeom prst="roundRect">
            <a:avLst/>
          </a:prstGeom>
          <a:solidFill>
            <a:srgbClr val="DABF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Neon Tech Database</a:t>
            </a:r>
            <a:endParaRPr lang="ru-RU" sz="3200" dirty="0">
              <a:solidFill>
                <a:schemeClr val="tx1"/>
              </a:solidFill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AAAB8610-82A9-3FCA-8BFB-D3D2033E8E07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6095999" y="2649333"/>
            <a:ext cx="1" cy="779667"/>
          </a:xfrm>
          <a:prstGeom prst="straightConnector1">
            <a:avLst/>
          </a:prstGeom>
          <a:ln w="38100" cap="flat" cmpd="sng" algn="ctr">
            <a:solidFill>
              <a:srgbClr val="DABFE7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BAD55B7E-C2F0-2555-67FC-292000AC3008}"/>
              </a:ext>
            </a:extLst>
          </p:cNvPr>
          <p:cNvCxnSpPr>
            <a:cxnSpLocks/>
          </p:cNvCxnSpPr>
          <p:nvPr/>
        </p:nvCxnSpPr>
        <p:spPr>
          <a:xfrm flipH="1">
            <a:off x="6095996" y="4387645"/>
            <a:ext cx="1" cy="779667"/>
          </a:xfrm>
          <a:prstGeom prst="straightConnector1">
            <a:avLst/>
          </a:prstGeom>
          <a:ln w="38100" cap="flat" cmpd="sng" algn="ctr">
            <a:solidFill>
              <a:srgbClr val="DABFE7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7580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35127EDA-5861-47AB-8729-620CFC7DAC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B291B6D-1266-E349-C017-7E9409519A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30539" y="1612381"/>
            <a:ext cx="2101943" cy="4429282"/>
          </a:xfrm>
          <a:prstGeom prst="rect">
            <a:avLst/>
          </a:prstGeom>
        </p:spPr>
      </p:pic>
      <p:sp>
        <p:nvSpPr>
          <p:cNvPr id="23" name="Овал 22">
            <a:extLst>
              <a:ext uri="{FF2B5EF4-FFF2-40B4-BE49-F238E27FC236}">
                <a16:creationId xmlns:a16="http://schemas.microsoft.com/office/drawing/2014/main" id="{59FD744E-45B7-BFE6-5083-06309C33DF6B}"/>
              </a:ext>
            </a:extLst>
          </p:cNvPr>
          <p:cNvSpPr/>
          <p:nvPr/>
        </p:nvSpPr>
        <p:spPr>
          <a:xfrm>
            <a:off x="6191595" y="0"/>
            <a:ext cx="7798808" cy="6966778"/>
          </a:xfrm>
          <a:prstGeom prst="ellipse">
            <a:avLst/>
          </a:prstGeom>
          <a:solidFill>
            <a:srgbClr val="DABFE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066DB3E9-0C20-90E2-1529-6A3013337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7030A0"/>
                </a:solidFill>
                <a:latin typeface="Franklin Gothic Book" panose="020B0503020102020204" pitchFamily="34" charset="0"/>
                <a:cs typeface="Dreaming Outloud Pro" panose="03050502040302030504" pitchFamily="66" charset="0"/>
              </a:rPr>
              <a:t>Функционал приложения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6348D51-DCDE-8291-8D79-E6EEF88706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32888" y="1612381"/>
            <a:ext cx="2087422" cy="44292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AC925E-BF7E-E927-DAF6-A9184EE31AB5}"/>
              </a:ext>
            </a:extLst>
          </p:cNvPr>
          <p:cNvSpPr txBox="1"/>
          <p:nvPr/>
        </p:nvSpPr>
        <p:spPr>
          <a:xfrm>
            <a:off x="4680155" y="6043134"/>
            <a:ext cx="2831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7030A0"/>
                </a:solidFill>
              </a:rPr>
              <a:t>Вход и регистрация</a:t>
            </a:r>
          </a:p>
        </p:txBody>
      </p:sp>
    </p:spTree>
    <p:extLst>
      <p:ext uri="{BB962C8B-B14F-4D97-AF65-F5344CB8AC3E}">
        <p14:creationId xmlns:p14="http://schemas.microsoft.com/office/powerpoint/2010/main" val="381659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Объект 4">
            <a:extLst>
              <a:ext uri="{FF2B5EF4-FFF2-40B4-BE49-F238E27FC236}">
                <a16:creationId xmlns:a16="http://schemas.microsoft.com/office/drawing/2014/main" id="{17062073-5027-4AA3-AB16-4D2C8C505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650266C-42DE-FAD9-EAD5-4AEAA42B05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3667" y="1520043"/>
            <a:ext cx="2062608" cy="435097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69CC802-B82F-8CEB-DBCF-A62E355239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3202" y="1528609"/>
            <a:ext cx="2041693" cy="4342409"/>
          </a:xfrm>
          <a:prstGeom prst="rect">
            <a:avLst/>
          </a:prstGeom>
        </p:spPr>
      </p:pic>
      <p:sp>
        <p:nvSpPr>
          <p:cNvPr id="13" name="Овал 12">
            <a:extLst>
              <a:ext uri="{FF2B5EF4-FFF2-40B4-BE49-F238E27FC236}">
                <a16:creationId xmlns:a16="http://schemas.microsoft.com/office/drawing/2014/main" id="{FDBF71EF-D3A8-8789-6046-4AD9961E2F01}"/>
              </a:ext>
            </a:extLst>
          </p:cNvPr>
          <p:cNvSpPr/>
          <p:nvPr/>
        </p:nvSpPr>
        <p:spPr>
          <a:xfrm>
            <a:off x="5818108" y="0"/>
            <a:ext cx="7798808" cy="6966778"/>
          </a:xfrm>
          <a:prstGeom prst="ellipse">
            <a:avLst/>
          </a:prstGeom>
          <a:solidFill>
            <a:srgbClr val="DABFE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D34058D-A4AD-B46E-8D9D-7D220FB72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7030A0"/>
                </a:solidFill>
                <a:latin typeface="Franklin Gothic Book" panose="020B0503020102020204" pitchFamily="34" charset="0"/>
                <a:cs typeface="Dreaming Outloud Pro" panose="03050502040302030504" pitchFamily="66" charset="0"/>
              </a:rPr>
              <a:t>Функционал приложения</a:t>
            </a:r>
            <a:endParaRPr lang="ru-RU" dirty="0"/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6AABDD9A-7774-37B7-DC3A-99033B6684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8754185" y="1559196"/>
            <a:ext cx="2316463" cy="435133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F564113-92CA-A576-B913-180AAAEFDA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46853" y="1559196"/>
            <a:ext cx="1978920" cy="42726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670A856-853F-50F3-453E-C1E57DEA4181}"/>
              </a:ext>
            </a:extLst>
          </p:cNvPr>
          <p:cNvSpPr txBox="1"/>
          <p:nvPr/>
        </p:nvSpPr>
        <p:spPr>
          <a:xfrm>
            <a:off x="8224643" y="6031210"/>
            <a:ext cx="3720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7030A0"/>
                </a:solidFill>
              </a:rPr>
              <a:t>Социальная лента задач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B64E1-C269-98C8-1946-078194F95F3B}"/>
              </a:ext>
            </a:extLst>
          </p:cNvPr>
          <p:cNvSpPr txBox="1"/>
          <p:nvPr/>
        </p:nvSpPr>
        <p:spPr>
          <a:xfrm>
            <a:off x="2246459" y="6050136"/>
            <a:ext cx="4635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7030A0"/>
                </a:solidFill>
              </a:rPr>
              <a:t>Создание и визуализация задач</a:t>
            </a:r>
          </a:p>
        </p:txBody>
      </p:sp>
    </p:spTree>
    <p:extLst>
      <p:ext uri="{BB962C8B-B14F-4D97-AF65-F5344CB8AC3E}">
        <p14:creationId xmlns:p14="http://schemas.microsoft.com/office/powerpoint/2010/main" val="882630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 7">
            <a:extLst>
              <a:ext uri="{FF2B5EF4-FFF2-40B4-BE49-F238E27FC236}">
                <a16:creationId xmlns:a16="http://schemas.microsoft.com/office/drawing/2014/main" id="{984A409A-26BF-476C-858A-CFA0EBFAB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BFFA4242-1F98-C343-70C3-A7BCEF578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256" y="252930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rgbClr val="7030A0"/>
                </a:solidFill>
                <a:latin typeface="Franklin Gothic Book" panose="020B0503020102020204" pitchFamily="34" charset="0"/>
                <a:cs typeface="Dreaming Outloud Pro" panose="03050502040302030504" pitchFamily="66" charset="0"/>
              </a:rPr>
              <a:t>Серверная часть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ED2987DF-EE60-C07D-BE7A-A31EAFBFD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242" y="1400621"/>
            <a:ext cx="5159287" cy="398274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DE34608-04A1-80D1-1068-EB4074F4C2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52078" y="1578493"/>
            <a:ext cx="6339255" cy="356064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B6751C6-BE3B-0A34-D4CB-715C27E00B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67" y="1680969"/>
            <a:ext cx="5752078" cy="342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72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 7">
            <a:extLst>
              <a:ext uri="{FF2B5EF4-FFF2-40B4-BE49-F238E27FC236}">
                <a16:creationId xmlns:a16="http://schemas.microsoft.com/office/drawing/2014/main" id="{B6C7BDF7-D7AC-4209-A6A9-11B953F88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  <p:sp>
        <p:nvSpPr>
          <p:cNvPr id="3" name="Заголовок 5">
            <a:extLst>
              <a:ext uri="{FF2B5EF4-FFF2-40B4-BE49-F238E27FC236}">
                <a16:creationId xmlns:a16="http://schemas.microsoft.com/office/drawing/2014/main" id="{4F7ECC9C-7D65-A8F4-C645-A081921819B3}"/>
              </a:ext>
            </a:extLst>
          </p:cNvPr>
          <p:cNvSpPr txBox="1">
            <a:spLocks/>
          </p:cNvSpPr>
          <p:nvPr/>
        </p:nvSpPr>
        <p:spPr>
          <a:xfrm>
            <a:off x="838200" y="36476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rgbClr val="7030A0"/>
                </a:solidFill>
                <a:latin typeface="Franklin Gothic Book" panose="020B0503020102020204" pitchFamily="34" charset="0"/>
                <a:cs typeface="Dreaming Outloud Pro" panose="03050502040302030504" pitchFamily="66" charset="0"/>
              </a:rPr>
              <a:t>Серверная часть</a:t>
            </a:r>
          </a:p>
        </p:txBody>
      </p:sp>
      <p:graphicFrame>
        <p:nvGraphicFramePr>
          <p:cNvPr id="14" name="Объект 13">
            <a:extLst>
              <a:ext uri="{FF2B5EF4-FFF2-40B4-BE49-F238E27FC236}">
                <a16:creationId xmlns:a16="http://schemas.microsoft.com/office/drawing/2014/main" id="{8CCD8585-99CD-AFD8-6A3D-6B978528F0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8035040"/>
              </p:ext>
            </p:extLst>
          </p:nvPr>
        </p:nvGraphicFramePr>
        <p:xfrm>
          <a:off x="-2052484" y="1341605"/>
          <a:ext cx="10186116" cy="52253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DBBA27E-FB0F-F5BF-BB39-B2E7948CCE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8809" y="291068"/>
            <a:ext cx="5550569" cy="552789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DB9D255-AA8E-8B61-5DF4-10780855C6B2}"/>
              </a:ext>
            </a:extLst>
          </p:cNvPr>
          <p:cNvSpPr txBox="1"/>
          <p:nvPr/>
        </p:nvSpPr>
        <p:spPr>
          <a:xfrm>
            <a:off x="6776773" y="5882561"/>
            <a:ext cx="5550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7030A0"/>
                </a:solidFill>
              </a:rPr>
              <a:t>Одинаковая лента на двух эмуляторах</a:t>
            </a:r>
          </a:p>
        </p:txBody>
      </p:sp>
    </p:spTree>
    <p:extLst>
      <p:ext uri="{BB962C8B-B14F-4D97-AF65-F5344CB8AC3E}">
        <p14:creationId xmlns:p14="http://schemas.microsoft.com/office/powerpoint/2010/main" val="3514892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590430A8-7125-464C-98BA-3409573D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  <p:sp>
        <p:nvSpPr>
          <p:cNvPr id="11" name="Овал 10">
            <a:extLst>
              <a:ext uri="{FF2B5EF4-FFF2-40B4-BE49-F238E27FC236}">
                <a16:creationId xmlns:a16="http://schemas.microsoft.com/office/drawing/2014/main" id="{44FAC36B-6F2E-D44F-7F79-EE461FC1CE84}"/>
              </a:ext>
            </a:extLst>
          </p:cNvPr>
          <p:cNvSpPr/>
          <p:nvPr/>
        </p:nvSpPr>
        <p:spPr>
          <a:xfrm>
            <a:off x="5775958" y="0"/>
            <a:ext cx="7798808" cy="6966778"/>
          </a:xfrm>
          <a:prstGeom prst="ellipse">
            <a:avLst/>
          </a:prstGeom>
          <a:solidFill>
            <a:srgbClr val="EBDEF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4" name="Объект 13">
            <a:extLst>
              <a:ext uri="{FF2B5EF4-FFF2-40B4-BE49-F238E27FC236}">
                <a16:creationId xmlns:a16="http://schemas.microsoft.com/office/drawing/2014/main" id="{32345E68-45EC-293F-862E-D9B9793132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7508914"/>
              </p:ext>
            </p:extLst>
          </p:nvPr>
        </p:nvGraphicFramePr>
        <p:xfrm>
          <a:off x="5694659" y="1394295"/>
          <a:ext cx="6385724" cy="4621427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341758">
                  <a:extLst>
                    <a:ext uri="{9D8B030D-6E8A-4147-A177-3AD203B41FA5}">
                      <a16:colId xmlns:a16="http://schemas.microsoft.com/office/drawing/2014/main" val="3292664423"/>
                    </a:ext>
                  </a:extLst>
                </a:gridCol>
                <a:gridCol w="4043966">
                  <a:extLst>
                    <a:ext uri="{9D8B030D-6E8A-4147-A177-3AD203B41FA5}">
                      <a16:colId xmlns:a16="http://schemas.microsoft.com/office/drawing/2014/main" val="1009769246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lang="ru-RU" sz="3600" b="1" kern="1200" dirty="0">
                          <a:solidFill>
                            <a:srgbClr val="7030A0"/>
                          </a:solidFill>
                          <a:latin typeface="Franklin Gothic Book" panose="020B0503020102020204" pitchFamily="34" charset="0"/>
                          <a:ea typeface="+mj-ea"/>
                          <a:cs typeface="Dreaming Outloud Pro" panose="03050502040302030504" pitchFamily="66" charset="0"/>
                        </a:rPr>
                        <a:t>Проблема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600" b="1" kern="1200" dirty="0">
                          <a:solidFill>
                            <a:srgbClr val="7030A0"/>
                          </a:solidFill>
                          <a:latin typeface="Franklin Gothic Book" panose="020B0503020102020204" pitchFamily="34" charset="0"/>
                          <a:ea typeface="+mj-ea"/>
                          <a:cs typeface="Dreaming Outloud Pro" panose="03050502040302030504" pitchFamily="66" charset="0"/>
                        </a:rPr>
                        <a:t>Решение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642282"/>
                  </a:ext>
                </a:extLst>
              </a:tr>
              <a:tr h="104367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i="0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Синхронизация лайков между клиентами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i="0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Хранение лайков в таблице </a:t>
                      </a:r>
                      <a:r>
                        <a:rPr lang="ru-RU" sz="1800" b="0" i="0" kern="1200" dirty="0" err="1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post_likes</a:t>
                      </a:r>
                      <a:r>
                        <a:rPr lang="ru-RU" sz="1800" b="0" i="0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и повторная загрузка ленты после изменения реакции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900374"/>
                  </a:ext>
                </a:extLst>
              </a:tr>
              <a:tr h="101743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i="0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Разделение личных и публичных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i="0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Поле </a:t>
                      </a:r>
                      <a:r>
                        <a:rPr lang="ru-RU" sz="1800" b="0" i="0" kern="1200" dirty="0" err="1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userId</a:t>
                      </a:r>
                      <a:r>
                        <a:rPr lang="ru-RU" sz="1800" b="0" i="0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в таблицах и фильтрация данных по авторизованному пользователю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895495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i="0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Сериализация </a:t>
                      </a:r>
                      <a:r>
                        <a:rPr lang="en-US" sz="1800" b="0" i="0" kern="1200" dirty="0" err="1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LocalDateTime</a:t>
                      </a:r>
                      <a:endParaRPr lang="ru-RU" sz="1800" b="0" i="0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i="0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Передача даты и времени в формате </a:t>
                      </a:r>
                      <a:r>
                        <a:rPr lang="ru-RU" sz="1800" b="0" i="0" kern="1200" dirty="0" err="1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ru-RU" sz="1800" b="0" i="0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00152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i="0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Ошибка 400 при создании поста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0" i="0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Генерация </a:t>
                      </a:r>
                      <a:r>
                        <a:rPr lang="ru-RU" sz="1800" b="0" i="0" kern="1200" dirty="0" err="1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ru-RU" sz="1800" b="0" i="0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b="0" i="0" kern="1200" dirty="0" err="1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userId</a:t>
                      </a:r>
                      <a:r>
                        <a:rPr lang="ru-RU" sz="1800" b="0" i="0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и </a:t>
                      </a:r>
                      <a:r>
                        <a:rPr lang="ru-RU" sz="1800" b="0" i="0" kern="1200" dirty="0" err="1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createdAt</a:t>
                      </a:r>
                      <a:r>
                        <a:rPr lang="ru-RU" sz="1800" b="0" i="0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на сервере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903711"/>
                  </a:ext>
                </a:extLst>
              </a:tr>
            </a:tbl>
          </a:graphicData>
        </a:graphic>
      </p:graphicFrame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41F2A52B-A210-B831-CCBF-F2E105129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7030A0"/>
                </a:solidFill>
                <a:latin typeface="Franklin Gothic Book" panose="020B0503020102020204" pitchFamily="34" charset="0"/>
                <a:cs typeface="Dreaming Outloud Pro" panose="03050502040302030504" pitchFamily="66" charset="0"/>
              </a:rPr>
              <a:t>Сложности и их решения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EEDD83F-B901-D4AC-F1A3-725B80DE6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242" y="1517426"/>
            <a:ext cx="5340150" cy="403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909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D106ED-48A8-8E7B-B8B6-105B72936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772" y="365125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rgbClr val="7030A0"/>
                </a:solidFill>
                <a:latin typeface="Franklin Gothic Book" panose="020B0503020102020204" pitchFamily="34" charset="0"/>
                <a:cs typeface="Dreaming Outloud Pro" panose="03050502040302030504" pitchFamily="66" charset="0"/>
              </a:rPr>
              <a:t>Репозитории с проектом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F85A72A-7C41-D924-8A61-55DD769CEE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5838"/>
            <a:ext cx="4559124" cy="455912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5179EF5-FC3D-F5DA-978E-64B4C29D1B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878" y="1355840"/>
            <a:ext cx="4559122" cy="45591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3237EC-25B0-CD5B-443A-195D2AA42689}"/>
              </a:ext>
            </a:extLst>
          </p:cNvPr>
          <p:cNvSpPr txBox="1"/>
          <p:nvPr/>
        </p:nvSpPr>
        <p:spPr>
          <a:xfrm>
            <a:off x="817810" y="5684129"/>
            <a:ext cx="2923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7030A0"/>
                </a:solidFill>
              </a:rPr>
              <a:t>Client App (Android)</a:t>
            </a:r>
            <a:endParaRPr lang="ru-RU" sz="2400" dirty="0">
              <a:solidFill>
                <a:srgbClr val="7030A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DCBB44-F3F7-AA44-67BE-9922C5D83AA8}"/>
              </a:ext>
            </a:extLst>
          </p:cNvPr>
          <p:cNvSpPr txBox="1"/>
          <p:nvPr/>
        </p:nvSpPr>
        <p:spPr>
          <a:xfrm>
            <a:off x="8450688" y="5662917"/>
            <a:ext cx="2923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ru-RU"/>
            </a:defPPr>
            <a:lvl1pPr>
              <a:defRPr sz="2400">
                <a:solidFill>
                  <a:srgbClr val="7030A0"/>
                </a:solidFill>
              </a:defRPr>
            </a:lvl1pPr>
          </a:lstStyle>
          <a:p>
            <a:pPr algn="ctr"/>
            <a:r>
              <a:rPr lang="en-US" dirty="0"/>
              <a:t>Server (Ktor)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3F5002-2EBF-815A-25A7-776DE3C69151}"/>
              </a:ext>
            </a:extLst>
          </p:cNvPr>
          <p:cNvSpPr txBox="1"/>
          <p:nvPr/>
        </p:nvSpPr>
        <p:spPr>
          <a:xfrm>
            <a:off x="7864698" y="6100357"/>
            <a:ext cx="4906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https://github.com/byte-anna/TodolistServer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763A21-0BB5-C35F-012A-6126AAAFB904}"/>
              </a:ext>
            </a:extLst>
          </p:cNvPr>
          <p:cNvSpPr txBox="1"/>
          <p:nvPr/>
        </p:nvSpPr>
        <p:spPr>
          <a:xfrm>
            <a:off x="245772" y="6145794"/>
            <a:ext cx="4906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https://github.com/byte-anna/TodolistApp</a:t>
            </a:r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050" name="Picture 2" descr="Github Icon Vector Logo - Download Free SVG Icon | Worldvectorlogo">
            <a:extLst>
              <a:ext uri="{FF2B5EF4-FFF2-40B4-BE49-F238E27FC236}">
                <a16:creationId xmlns:a16="http://schemas.microsoft.com/office/drawing/2014/main" id="{AC59A885-566A-5D03-A60F-624F95AB3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1" y="2357437"/>
            <a:ext cx="21336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14513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60958491_TF44781794_Win32" id="{413B8175-5016-44DB-B01C-6B7457E2296B}" vid="{60D2EA32-761A-4738-83F1-00C5B5FBD7D2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 исследования</Template>
  <TotalTime>156</TotalTime>
  <Words>184</Words>
  <Application>Microsoft Office PowerPoint</Application>
  <PresentationFormat>Широкоэкранный</PresentationFormat>
  <Paragraphs>53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Franklin Gothic Book</vt:lpstr>
      <vt:lpstr>Segoe UI</vt:lpstr>
      <vt:lpstr>Тема Office</vt:lpstr>
      <vt:lpstr>Клиент-серверное приложение TodolistApp</vt:lpstr>
      <vt:lpstr>Цель проекта</vt:lpstr>
      <vt:lpstr>Архитектура</vt:lpstr>
      <vt:lpstr>Функционал приложения</vt:lpstr>
      <vt:lpstr>Функционал приложения</vt:lpstr>
      <vt:lpstr>Серверная часть</vt:lpstr>
      <vt:lpstr>Презентация PowerPoint</vt:lpstr>
      <vt:lpstr>Сложности и их решения</vt:lpstr>
      <vt:lpstr>Репозитории с проектом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Анна Владимирова</dc:creator>
  <cp:lastModifiedBy>Анна Владимирова</cp:lastModifiedBy>
  <cp:revision>9</cp:revision>
  <dcterms:created xsi:type="dcterms:W3CDTF">2026-05-14T12:02:17Z</dcterms:created>
  <dcterms:modified xsi:type="dcterms:W3CDTF">2026-06-07T20:22:20Z</dcterms:modified>
</cp:coreProperties>
</file>